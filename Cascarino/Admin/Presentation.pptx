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5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F775-4006-BD40-A1C8-149D84E22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A8656-C1E7-72D1-CE00-992F5053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4E81-66E4-4083-4313-14200195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0F1A5-5424-D215-B44E-E61F35DE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E478-FAEB-BAF2-8C0D-28FBC40F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3009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0B63-5404-B1FC-CC0E-8DA12D47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2196D-CC00-5D54-2FB5-D128E3047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1388A-4294-1938-F1E7-1297B5F8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D0A7-8852-CEAB-5F9C-A28B116A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B97E7-0E86-FCEA-CA12-5D2EE87D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961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6359-99FB-7EA8-65C6-FE3F9E5F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D22D-27FE-E11E-CE6B-C19A0304A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87078-4790-9CC7-99A6-E830A2E9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3ED1-A486-7C09-135A-A517F8F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0C0FF-C39A-95A7-F67D-8591F636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846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6938-B38F-07FD-BAA1-4D618362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010D7-B4AA-2A2A-2FF9-CBA4D9D44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348FF-6397-7008-FA57-B278B440B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062EA-8924-1B3C-5502-3033491F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D3F1E-2F3F-CECC-DDB7-5ADB150D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AB8C8-7C20-C8F8-A141-B444FE07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513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DFDB-90BB-E97B-F25B-84AE7C96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7869F-A7E1-35E2-C19F-9A420FD22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080CD-52AD-6C3C-F72F-80743A4F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51257-8985-FEBE-0514-59D2D872A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D400C-8778-B846-566D-BF7193316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53BD9-1273-AB7D-AE12-7025CA34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B98F-EF9C-AA3F-1614-8E8CCAED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B7A32-ECB5-5ABA-6938-67B762EA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822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C488-A2DD-6C07-4F20-836AFD6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A7CD4-0091-1393-D6E4-5A32E534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83BB6-E344-BCF4-371D-BF0A1E71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2B80C-A14D-1A0F-2720-EFA83B35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5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92865-F9AB-9416-9A58-83715A24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854DE-1675-A566-E769-1AFEA604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A4F36-3B1A-F431-9B46-9E7BA9A5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848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3CF6-F32D-C36E-B1FA-0C987A32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64C7-B050-5836-8FA3-E8A10B59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11F02-FFBB-E138-8837-BD77BBEB2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C1736-FFF0-6B5D-504B-D66CF8D9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CD547-6411-8FF0-3B71-B3D84379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A5DC4-0318-9ED9-6DA1-11C493FD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080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A97E-1E52-C9CF-5956-E4B7926F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6E027-8474-608E-4DF4-01F7FAFB0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EA69-A1A1-F3C1-2DC6-075755C92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A8D37-113D-B063-6CED-175BCE2F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2F0E3-7576-E038-CD7B-6C183CD2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3C818-EE94-BB6A-82AD-BA2E28E5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985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62CA-862A-0676-240A-06B59110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A2CFD-33D2-F7AD-7CBE-745F20681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DF02C-4ACD-8500-93BB-6BA1BFEE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17586-D4FE-ABD6-FE49-507256B3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9843-8E82-273B-1CF0-464C18CA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761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6E8DC-7BF0-EB31-BB2D-582339A23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EA8F2-1B8B-35C5-B49D-D6EEE3D81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EEAAF-A459-8BDF-88BD-E3884D55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14B71-24C4-77D2-1FC7-B8DD4742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8403A-805F-34A2-77E7-8DEE4F12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473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C12FF-2988-8A79-8F76-1B2E904A0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47E7E-15D6-4CAD-E336-12C6E69B1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D15C4-1840-DF17-E9D9-23794A448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B33F1-1A06-4623-95BA-D31DD5A5C302}" type="datetimeFigureOut">
              <a:rPr lang="en-NL" smtClean="0"/>
              <a:t>17/02/2025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4AED5-6581-8403-0046-05118F800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7B25-8B4B-540E-B21B-D251C5C45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A1EC0-E612-48AB-8CCB-3B47E0D4AD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303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5E8D-3EF3-DA64-B765-D82610FBD9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55362-F442-FC0E-DDD2-B58BC6DF8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158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5B5B-8232-BA0D-A6C0-BC1E3F33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Tests - Truss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76B6B5-6026-4AD0-9A7F-1A44D03A8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361" y="1825625"/>
            <a:ext cx="6745277" cy="4351338"/>
          </a:xfrm>
        </p:spPr>
      </p:pic>
    </p:spTree>
    <p:extLst>
      <p:ext uri="{BB962C8B-B14F-4D97-AF65-F5344CB8AC3E}">
        <p14:creationId xmlns:p14="http://schemas.microsoft.com/office/powerpoint/2010/main" val="137214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2386-8C4F-2138-905D-B1C46064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4BC97C-9905-5E0E-0993-1534E6CDD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309" y="2076975"/>
            <a:ext cx="9545382" cy="3848637"/>
          </a:xfrm>
        </p:spPr>
      </p:pic>
    </p:spTree>
    <p:extLst>
      <p:ext uri="{BB962C8B-B14F-4D97-AF65-F5344CB8AC3E}">
        <p14:creationId xmlns:p14="http://schemas.microsoft.com/office/powerpoint/2010/main" val="43587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BAB3-43E9-786D-E67D-FC3972B3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– About 20 Random analyses (5 mins)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7687F6-5309-DB96-EF76-69F370CA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25" y="2114549"/>
            <a:ext cx="8716150" cy="39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9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2D34-F4F7-BC6A-07B9-206A153F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9507-8AF1-61F9-048B-95BA82E6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Tests - Portal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EF802-81CF-A181-EC78-6E549A5DA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3361" y="1825625"/>
            <a:ext cx="6745277" cy="4351338"/>
          </a:xfrm>
        </p:spPr>
      </p:pic>
    </p:spTree>
    <p:extLst>
      <p:ext uri="{BB962C8B-B14F-4D97-AF65-F5344CB8AC3E}">
        <p14:creationId xmlns:p14="http://schemas.microsoft.com/office/powerpoint/2010/main" val="248271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4045-727A-5B4D-67E9-1B57EC2F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689A-5000-4B52-EA0A-80B7E8B7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8D2C41-630A-8AAA-B30F-5832464D8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651" y="2758108"/>
            <a:ext cx="9478698" cy="2486372"/>
          </a:xfrm>
        </p:spPr>
      </p:pic>
    </p:spTree>
    <p:extLst>
      <p:ext uri="{BB962C8B-B14F-4D97-AF65-F5344CB8AC3E}">
        <p14:creationId xmlns:p14="http://schemas.microsoft.com/office/powerpoint/2010/main" val="39025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8161-6CDB-F84C-AC38-81F36D83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9EEE-65C2-3088-EC33-1C28A6CA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– Random analyses (60 analyses – 10 mins)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82C58E-9BE1-BFBB-1258-AF466B1E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994" y="1690688"/>
            <a:ext cx="9632012" cy="484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0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Tests - Truss</vt:lpstr>
      <vt:lpstr>Input </vt:lpstr>
      <vt:lpstr>Results – About 20 Random analyses (5 mins)</vt:lpstr>
      <vt:lpstr>Tests - Portal</vt:lpstr>
      <vt:lpstr>Input </vt:lpstr>
      <vt:lpstr>Results – Random analyses (60 analyses – 10 mins)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Cascarino Padayachee</dc:creator>
  <cp:lastModifiedBy>Cascarino Padayachee</cp:lastModifiedBy>
  <cp:revision>2</cp:revision>
  <dcterms:created xsi:type="dcterms:W3CDTF">2025-02-17T20:27:29Z</dcterms:created>
  <dcterms:modified xsi:type="dcterms:W3CDTF">2025-02-17T20:49:45Z</dcterms:modified>
</cp:coreProperties>
</file>